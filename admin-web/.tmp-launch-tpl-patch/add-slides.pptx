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模板目标页：发布会不是培训，是让卖点深入人心。开场先立记忆点。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对齐发布会模板四段结构，提醒听众：少功能列表，多价值与故事。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模板：重点讲 2–3 个核心卖点。业务场景 → 产品能力 → 带来的价值。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用销售语言：帮客户省时间、少出错，不是讲字段。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合规与信任卖点：门店终于有一张和系统一致的签字纸。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边界仍要带一句：不对接 ADP，是格式导出 + 人工导入。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模板要求：优先产品演示。本页后进入 Live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演示时停 PPT，切系统。强调客户最终拿到：自动数字 + 签字纸 + 可交会计师的文件。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看效果收束：别讲功能清单，讲客户手里多了什么。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模板最后一段：回答销售最关心的问题。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为什么买：痛、省、交、加——四字好记。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证明不等于造假案例：用需求、竞品、闭环、可信边界支撑「值得卖」。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模板 Checklist：发布会结束后若只记住一件事，就记这句。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今天只记住一件事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少抄表、少出错、报税文件一次出齐。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核对一次 · 签字有据 · 报税即用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今天怎么讲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二十分钟，四段话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1965960"/>
            <a:ext cx="7132320" cy="530352"/>
          </a:xfrm>
          <a:prstGeom prst="roundRect">
            <a:avLst>
              <a:gd name="adj" fmla="val 13793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057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为什么做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 分钟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2057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客户痛点与真实场景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606040"/>
            <a:ext cx="7132320" cy="530352"/>
          </a:xfrm>
          <a:prstGeom prst="roundRect">
            <a:avLst>
              <a:gd name="adj" fmla="val 13793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697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讲亮点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 分钟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697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 个核心卖点，讲价值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246120"/>
            <a:ext cx="7132320" cy="530352"/>
          </a:xfrm>
          <a:prstGeom prst="roundRect">
            <a:avLst>
              <a:gd name="adj" fmla="val 13793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337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看效果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分钟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337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现场演示，少讲多看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3886200"/>
            <a:ext cx="7132320" cy="530352"/>
          </a:xfrm>
          <a:prstGeom prst="roundRect">
            <a:avLst>
              <a:gd name="adj" fmla="val 13793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977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怎么卖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 分钟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977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卖给谁、为什么买、一句话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讲亮点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只讲三个，值得卖的。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卖点一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184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场景：每期还在表格里抄考勤、小费、加班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786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能力：考勤/加班自动算 · 小费从 TipOut 自动带入 · 一处改数处处一致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387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带来的价值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价值：少抄表、少出错，每期省下反复对账的时间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卖点二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184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场景：员工要签字，门店要留档，数字却对不上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786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能力：一键生成可打印的员工薪资明细与签字声明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387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带来的价值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价值：签得了、留得住，争议时可追溯，降低纠纷成本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卖点三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184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场景：会计师催报税文件，专员还在 Excel 拼列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786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能力：导出与报税模板对齐的文件（现阶段人工导入）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7498080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387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带来的价值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价值：核对完就能交文件，少返工、少贴列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看效果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少讲 PPT，多看真实效果。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五步，看客户最终获得什么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19659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完成小费分配（TipOut）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468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进入薪资管理，看小费自动带入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971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改打卡，看加班自动重算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3474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打印员工签字明细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39776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导出报税文件（说明：人工导入，不对接 ADP）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客户最终获得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自动算好的数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 · 加班 · 小费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能签字的一页纸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员工确认 · 门店留档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能交差的报税文件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模板对齐 · 人工导入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怎么卖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卖给谁 · 为什么买 · 怎么开口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客户为什么会买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150876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367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痛够真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636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双周二十六次，抄表抄到崩溃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682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省得到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23682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自动带小费、自动算加班，少人对账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97180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0998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交得出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3099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签字明细 + 报税文件，一次备齐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16161A"/>
          </a:solidFill>
          <a:ln w="12700">
            <a:solidFill>
              <a:srgbClr val="1616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8313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加得上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3831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已用 TipOut 的店，天然可加购增值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有什么证明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58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市场需求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2608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头部餐饮客户已提：报税格式导出 + 员工签字明细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竞品参照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Toast / 7shifts 有薪资闭环；我们切「准备层 + 餐饮小费」更贴地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产品闭环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2926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TipOut + 考勤，薪资管理补齐最后一环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边界可信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不夸大：不发薪、不代报税、现阶段不对接 ADP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一句最容易传播的卖点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少抄表，少出错，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报税文件一次出齐。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 Slogan：核对一次 · 签字有据 · 报税即用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薪资管理发布会-模板补页</dc:title>
  <dc:subject>PptxGenJS Presentation</dc:subject>
  <dc:creator>PptxGenJS</dc:creator>
  <cp:lastModifiedBy>PptxGenJS</cp:lastModifiedBy>
  <cp:revision>1</cp:revision>
  <dcterms:created xsi:type="dcterms:W3CDTF">2026-07-28T00:05:54Z</dcterms:created>
  <dcterms:modified xsi:type="dcterms:W3CDTF">2026-07-28T00:05:54Z</dcterms:modified>
</cp:coreProperties>
</file>